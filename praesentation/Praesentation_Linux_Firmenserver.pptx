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4864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4864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86868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86868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86868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GMBH  ·  IT-ABTEILUNG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Ubuntu-Firmenservers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Abschlussprojekt Linux-Systemadministration — Aufbau, Automatisierung und Absicherung eines kleinen Firmenservers per SSH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2C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03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Junior-Systemadministrator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5303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server01  ·  Ubuntu 26.04 LTS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5303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 ·  Netzwerkbrücke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20-Minuten-Präsentation mit Live-Demo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5819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09160" y="15819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GmbH, Ausgangslage, Projektziel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0" y="158191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1069848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203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Systemaufbau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2037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Rechner, Ubuntu-VM, Netzwerkbrücke, SSH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87000" y="220370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70632"/>
            <a:ext cx="1069848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89504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825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&amp; Rechte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28254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Gruppen, /company-Struktur, Rechtekonzept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87000" y="282549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392424"/>
            <a:ext cx="1069848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447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Skripte &amp; Automatisierung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34472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Pflichtskripte, Cronjobs, Backup &amp; Restore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0" y="34472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014216"/>
            <a:ext cx="1069848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133088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Fehleranalyse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0916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Admin-Fälle, Fehlerprotokoll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0" y="40690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636008"/>
            <a:ext cx="1069848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25880" y="46908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709160" y="469087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SSH-Login, Rechteprüfung, Skript, Backup/Restore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87000" y="46908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5257800"/>
            <a:ext cx="1069848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376672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25880" y="53126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709160" y="531266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Ergebnis, Learnings, Ausblick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87000" y="531266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Einleitung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Ausgangslage bei der XYZ GmbH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969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28803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337560"/>
            <a:ext cx="29169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zentrale Serverstruktur: Dateien unübersichtlich verteilt, Rechte nicht konsequent geregelt, Backups ungeprüft, keine Tagesberichte.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969C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82312" y="28803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82312" y="3337560"/>
            <a:ext cx="29169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IT-Abteilung soll einen kleinen Ubuntu-Firmenserver aufbauen, der zentral administriert, dokumentiert und automatisiert wird.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969C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28803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337560"/>
            <a:ext cx="29169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funktionsfähiger Server mit Benutzerverwaltung, Rechtekonzept, Backups, Cronjobs, Logauswertung und täglichen Admin-Berichten.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Rollenmodell: der eigene Rechner ist der Admin-Client (Git, Dokumentation, Präsentation) — die Ubuntu-VM „server01“ ist der Firmenserver, verwaltet ausschließlich per SSH.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Systemaufbau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Admin-Client, Ubuntu-VM und Netzwerkbrücke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84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Rechner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VS Code · SSH-Client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5400000">
              <a:srgbClr val="AAB4B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547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Ubuntu-VM „server01”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 · 5,2 GB RAM · 50 GB Disk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2724912"/>
            <a:ext cx="1051560" cy="320040"/>
          </a:xfrm>
          <a:prstGeom prst="rightArrow">
            <a:avLst/>
          </a:prstGeom>
          <a:solidFill>
            <a:srgbClr val="0F969C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317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3319272"/>
            <a:ext cx="0" cy="0"/>
          </a:xfrm>
          <a:prstGeom prst="leftArrow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12064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Netzwerkvariante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E9F7F3"/>
          </a:solidFill>
          <a:ln w="19050">
            <a:solidFill>
              <a:srgbClr val="3ED5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4231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A — Netzwerkbrücke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VM erhält eigene LAN-Adresse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0" y="3538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Direkt per SSH erreichbar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0" y="392277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Näher an echter Remote-Verbindung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43068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→ In diesem Projekt umgesetzt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75320" y="228600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4231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B — NAT + Portweiterleitung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5820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VM bleibt intern (NAT)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58200" y="3538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Zugriff nur über Portmapping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392277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Fallback, falls Bridge nicht möglich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349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Umstellung auf die Netzwerkbrücke erhält die VM automatisch eine Adresse im lokalen Netzwerk (z. B. 192.168.2.53) und ist wie ein realer Server direkt ansprechbar.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Benutzer &amp; Rechte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Datengesteuerte Benutzer- und Gruppenverwaltung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Konten manuell anzulegen, liest setup-users.sh zwei CSV-Dateien ein und erstellt Gruppen und Benutzer idempotent — Änderungen werden zentral über die Daten gesteuert.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groups.csv — 5 Abteilungsgruppen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120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0" y="2514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IT-Abteilung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5120640" cy="384048"/>
          </a:xfrm>
          <a:prstGeom prst="rect">
            <a:avLst/>
          </a:prstGeom>
          <a:solidFill>
            <a:srgbClr val="EEF2F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98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2898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Vertrieb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5120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826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32826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Buchhaltung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5120640" cy="384048"/>
          </a:xfrm>
          <a:prstGeom prst="rect">
            <a:avLst/>
          </a:prstGeom>
          <a:solidFill>
            <a:srgbClr val="EE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667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77440" y="36667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Geschäftsführung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050792"/>
            <a:ext cx="5120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507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77440" y="4050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Mitarbeiter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210312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240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63640" y="2971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angelegt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210312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2240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046720" y="2971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38360" y="210312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28" name="Text 26"/>
          <p:cNvSpPr/>
          <p:nvPr/>
        </p:nvSpPr>
        <p:spPr>
          <a:xfrm>
            <a:off x="9738360" y="2240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829800" y="2971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getestet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3931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setup-users.sh — Ablauf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4343400"/>
            <a:ext cx="292608" cy="292608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315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Root-Rechte prüfen (EUID)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4764024"/>
            <a:ext cx="292608" cy="292608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47640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47365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groups.csv einlesen → Gruppe vorhanden? sonst groupadd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2200" y="5184648"/>
            <a:ext cx="292608" cy="292608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5184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51572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users.csv einlesen → Benutzer vorhanden? sonst useradd -m -g -G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5605272"/>
            <a:ext cx="292608" cy="292608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5605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5577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Aktion nach setup-users.log protokollieren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Ein erneuter Lauf nach Erweiterung der CSV (neuer Mitarbeiter) legt ausschließlich den neuen Benutzer an — bestehende Konten bleiben unverändert.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Benutzer &amp; Rechte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Rechtekonzept unter /company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607040" cy="41148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94760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49240" y="16459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645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06070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205740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205740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05740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IT-Abteilung greift auf technische Unterlagen zu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10607040" cy="512064"/>
          </a:xfrm>
          <a:prstGeom prst="rect">
            <a:avLst/>
          </a:prstGeom>
          <a:solidFill>
            <a:srgbClr val="EEF2F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6946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56946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569464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569464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Kundendaten &amp; Angebote bleiben vertraulich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081528"/>
            <a:ext cx="106070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08152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/company/accounting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08152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08152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081528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Finanzdaten sind besonders sensibel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593592"/>
            <a:ext cx="10607040" cy="512064"/>
          </a:xfrm>
          <a:prstGeom prst="rect">
            <a:avLst/>
          </a:prstGeom>
          <a:solidFill>
            <a:srgbClr val="EEF2F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59359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359359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59359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593592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Leitungsdokumente eingeschränkt zugänglich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105656"/>
            <a:ext cx="106070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10565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/company/public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94760" y="410565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410565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105656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Gemeinsamer Bereich für alle Mitarbeiter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4892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getestet: sales01 darf in /company/sales schreiben, erhält aber „Permission denied“ bei /company/accounting.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44068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1B2430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5778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-u sales01 ls /company/accounting
</a:t>
            </a:r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ls: cannot open directory '/company/accounting': Permission denied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Skripte &amp; Automatisierung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Pflichtskripte im Überblick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91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36192" y="16276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setup-users.sh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36192" y="1938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&amp; Gruppen aus CSV, idempotent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44144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603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36192" y="24963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setup-folders.sh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36192" y="28072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/company-Struktur, Besitzer &amp; Rechte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31012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4290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33649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backup-company.sh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36192" y="36758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tar.gz-Backup mit Zeitstempel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17880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2976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36192" y="42336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restore-company.sh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36192" y="45445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Wiederherstellung aus Backup-Archiv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504748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166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36192" y="51023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check-disk.sh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536192" y="54132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Speicherplatz prüfen, ab 80% warnen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57276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691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85432" y="16276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check-services.sh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85432" y="1938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von ssh, cron, ufw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44144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25603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85432" y="24963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ssh-audit.sh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885432" y="28072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&amp; Root-Login-Bewertung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331012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4290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85432" y="33649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log-report.sh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885432" y="36758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Lesbarer Log-Sammelbericht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417880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42976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85432" y="42336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cleanup-old-files.sh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885432" y="45445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Reports &amp; Backups bereinigen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72200" y="5047488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5166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69C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85432" y="51023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daily-admin-report.sh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885432" y="54132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Tagesbericht aus allen Prüfungen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Skripte &amp; Automatisierung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per Cron &amp; abgesicherte Firewall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783080"/>
            <a:ext cx="0" cy="3154680"/>
          </a:xfrm>
          <a:prstGeom prst="line">
            <a:avLst/>
          </a:prstGeom>
          <a:noFill/>
          <a:ln w="25400">
            <a:solidFill>
              <a:srgbClr val="E1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856232"/>
            <a:ext cx="237744" cy="237744"/>
          </a:xfrm>
          <a:prstGeom prst="ellipse">
            <a:avLst/>
          </a:prstGeom>
          <a:solidFill>
            <a:srgbClr val="0F96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7830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00:00–23:00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83080" y="1737360"/>
            <a:ext cx="86868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check-disk.sh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98448" y="2478024"/>
            <a:ext cx="237744" cy="237744"/>
          </a:xfrm>
          <a:prstGeom prst="ellipse">
            <a:avLst/>
          </a:prstGeom>
          <a:solidFill>
            <a:srgbClr val="0F96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24048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16:30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83080" y="2359152"/>
            <a:ext cx="86868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3591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daily-admin-report.sh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359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98448" y="3099816"/>
            <a:ext cx="237744" cy="237744"/>
          </a:xfrm>
          <a:prstGeom prst="ellipse">
            <a:avLst/>
          </a:prstGeom>
          <a:solidFill>
            <a:srgbClr val="0F96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783080" y="2980944"/>
            <a:ext cx="86868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9809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backup-company.sh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9809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98448" y="3721608"/>
            <a:ext cx="237744" cy="237744"/>
          </a:xfrm>
          <a:prstGeom prst="ellipse">
            <a:avLst/>
          </a:prstGeom>
          <a:solidFill>
            <a:srgbClr val="0F96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36484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18:00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83080" y="3602736"/>
            <a:ext cx="86868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36027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log-report.sh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6027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wöchentlich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98448" y="4343400"/>
            <a:ext cx="237744" cy="237744"/>
          </a:xfrm>
          <a:prstGeom prst="ellipse">
            <a:avLst/>
          </a:prstGeom>
          <a:solidFill>
            <a:srgbClr val="0F96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2702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19:00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783080" y="4224528"/>
            <a:ext cx="86868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4224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cleanup-old-files.sh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2245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wöchentlich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25780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B2430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376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669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aktiv  ·  Default: deny (incoming)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Ausnahme: 22/tcp (SSH) erlaubt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5257800"/>
            <a:ext cx="5303520" cy="1051560"/>
          </a:xfrm>
          <a:prstGeom prst="roundRect">
            <a:avLst>
              <a:gd name="adj" fmla="val 6087"/>
            </a:avLst>
          </a:prstGeom>
          <a:solidFill>
            <a:srgbClr val="E9F7F3"/>
          </a:solidFill>
          <a:ln w="12700">
            <a:solidFill>
              <a:srgbClr val="3ED5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5376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Cron-Dienst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72200" y="5669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cron → active (running)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5 Jobs über crontab -l bestätigt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Skripte &amp; Automatisierung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— praktisch nachgewiesen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99339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Testdatei anlegen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restore-test.txt in /company/sales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06040" y="24688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199339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35224" y="25786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erstellen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35224" y="3035808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backup-company.sh → company-DATUM.tar.gz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91456" y="24688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10912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199339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25786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löschen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3035808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rm restore-test.txt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76872" y="24688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196328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7848" y="199339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4" name="Text 22"/>
          <p:cNvSpPr/>
          <p:nvPr/>
        </p:nvSpPr>
        <p:spPr>
          <a:xfrm>
            <a:off x="792784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06056" y="25786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ausführen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06056" y="3035808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restore-company.sh entpackt Archiv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62288" y="24688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81744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E9F7F3"/>
          </a:solidFill>
          <a:ln w="19050">
            <a:solidFill>
              <a:srgbClr val="3ED5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13264" y="1993392"/>
            <a:ext cx="502920" cy="502920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30" name="Text 28"/>
          <p:cNvSpPr/>
          <p:nvPr/>
        </p:nvSpPr>
        <p:spPr>
          <a:xfrm>
            <a:off x="1011326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91472" y="25786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prüfen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491472" y="3035808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ist wieder vorhanden 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114800"/>
            <a:ext cx="10607040" cy="1417320"/>
          </a:xfrm>
          <a:prstGeom prst="roundRect">
            <a:avLst>
              <a:gd name="adj" fmla="val 4516"/>
            </a:avLst>
          </a:prstGeom>
          <a:solidFill>
            <a:srgbClr val="1B2430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Fehlersuche dokumentiert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45902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-xzf archiv.tar.gz </a:t>
            </a:r>
            <a:pPr indent="0" marL="0">
              <a:buNone/>
            </a:pPr>
            <a:r>
              <a:rPr lang="en-US" sz="11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</a:t>
            </a:r>
            <a:pPr indent="0" marL="0">
              <a:buNone/>
            </a:pPr>
            <a:r>
              <a:rPr lang="en-US" sz="1100" dirty="0">
                <a:solidFill>
                  <a:srgbClr val="C7D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/tmp/ziel   →  Fehler: mehrere Modus-Optionen gleichzeitig (-x und -c)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498348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Korrektur:  </a:t>
            </a:r>
            <a:pPr indent="0" marL="0">
              <a:buNone/>
            </a:pPr>
            <a:r>
              <a:rPr lang="en-US" sz="11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-xzf archiv.tar.gz -C /tmp/ziel</a:t>
            </a:r>
            <a:pPr indent="0" marL="0">
              <a:buNone/>
            </a:pPr>
            <a:r>
              <a:rPr lang="en-US" sz="115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Archiv korrekt entpackt, Datei wiederhergestellt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Backup-Ordner zusätzlich abgesichert: /backup/company ist mit Rechten 700 (root-only) vor Lesezugriff durch normale Mitarbeiter geschützt.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Logs &amp; Fehleranalyse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täglicher Admin-Bericht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328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check-disk.sh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Speicherauslastung — Status OK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1783080"/>
            <a:ext cx="25328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9202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47288" y="26060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check-services.sh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47288" y="2907792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Dienste aktiv: ssh · cron · ufw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0176" y="1783080"/>
            <a:ext cx="25328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7336" y="19202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17336" y="26060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ssh-audit.sh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17336" y="2907792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fehlgeschlagener Login erkannt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50224" y="1783080"/>
            <a:ext cx="25328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9202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787384" y="26060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log-report.sh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87384" y="2907792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Lesbarer Sammelbericht erzeugt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daily-admin-report.sh bündelt alle Prüfungen zu einem verständlichen Tagesbericht: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10607040" cy="1691640"/>
          </a:xfrm>
          <a:prstGeom prst="roundRect">
            <a:avLst>
              <a:gd name="adj" fmla="val 3243"/>
            </a:avLst>
          </a:prstGeom>
          <a:solidFill>
            <a:srgbClr val="1B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6052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XYZ GmbH – Daily Admin Report ===
</a:t>
            </a:r>
            <a:pPr indent="0" marL="0">
              <a:buNone/>
            </a:pPr>
            <a:r>
              <a:rPr lang="en-US" sz="1100" dirty="0">
                <a:solidFill>
                  <a:srgbClr val="E5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Speicher:  49G total · 7,6G used · 17% ausgelastet
</a:t>
            </a:r>
            <a:pPr indent="0" marL="0">
              <a:buNone/>
            </a:pPr>
            <a:r>
              <a:rPr lang="en-US" sz="1100" dirty="0">
                <a:solidFill>
                  <a:srgbClr val="E5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Dienste:   ssh active · cron active · ufw active
</a:t>
            </a:r>
            <a:pPr indent="0" marL="0">
              <a:buNone/>
            </a:pPr>
            <a:r>
              <a:rPr lang="en-US" sz="1100" dirty="0">
                <a:solidFill>
                  <a:srgbClr val="E5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SSH:       active
</a:t>
            </a:r>
            <a:pPr indent="0" marL="0">
              <a:buNone/>
            </a:pPr>
            <a:r>
              <a:rPr lang="en-US" sz="1100" dirty="0">
                <a:solidFill>
                  <a:srgbClr val="E5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Backup:    company-2026-09-14_08-42-31.tar.gz vorhanden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Bekannte Einschränkung: ssh-audit.sh und daily-admin-report.sh melden „last: command not found“ (Paket fehlt) — dokumentiert im Fehlerprotokoll, beeinträchtigt die übrige Auswertung nicht.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Logs &amp; Fehleranalyse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Admin-Fälle: Fehler erzeugen, analysieren, beheben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856232"/>
            <a:ext cx="91440" cy="905256"/>
          </a:xfrm>
          <a:prstGeom prst="roundRect">
            <a:avLst/>
          </a:prstGeom>
          <a:solidFill>
            <a:srgbClr val="3ED59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19656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nicht erreichbar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 gezielt gestoppt (Connection refused) → systemctl start ssh → Verbindung wieder erfolgreich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856232"/>
            <a:ext cx="91440" cy="905256"/>
          </a:xfrm>
          <a:prstGeom prst="roundRect">
            <a:avLst/>
          </a:prstGeom>
          <a:solidFill>
            <a:srgbClr val="3ED598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19656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Rechtefehler Buchhaltung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21488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sales01 erhält korrekt „Permission denied“ bei /company/accounting — Rechtekonzept bestätigt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3255264"/>
            <a:ext cx="91440" cy="905256"/>
          </a:xfrm>
          <a:prstGeom prst="roundRect">
            <a:avLst/>
          </a:prstGeom>
          <a:solidFill>
            <a:srgbClr val="3ED59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2186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Cron-Diagnose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54787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auf /var/log/syslog schlägt fehl (binäres journald-Format) → journalctl -u cron als Lösung erkannt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309360" y="3090672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255264"/>
            <a:ext cx="91440" cy="905256"/>
          </a:xfrm>
          <a:prstGeom prst="roundRect">
            <a:avLst/>
          </a:prstGeom>
          <a:solidFill>
            <a:srgbClr val="3ED598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2186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Mitarbeiter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354787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users.csv erweitert, setup-users.sh erneut ausgeführt → nur neuer Benutzer sales03 angelegt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22960" y="4489704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4654296"/>
            <a:ext cx="91440" cy="905256"/>
          </a:xfrm>
          <a:prstGeom prst="roundRect">
            <a:avLst/>
          </a:prstGeom>
          <a:solidFill>
            <a:srgbClr val="3ED598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617720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Gelöschte Datei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9469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Testdatei entfernt → Wiederherstellung über restore-company.sh nachgewiesen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309360" y="4489704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654296"/>
            <a:ext cx="91440" cy="905256"/>
          </a:xfrm>
          <a:prstGeom prst="roundRect">
            <a:avLst/>
          </a:prstGeom>
          <a:solidFill>
            <a:srgbClr val="3ED598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617720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Backup-Ordner-Schutz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49469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7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auf /backup/company für normale Nutzer geprüft und mit Rechten 700 verweigert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Live-Demo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der Live-Demonstration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647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SSH-Verbindung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764792"/>
            <a:ext cx="7086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administrator@server01 vom eigenen Rechner aus aufbauen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56132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04872"/>
            <a:ext cx="402336" cy="402336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04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38658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Benutzer/Gruppe prüfen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386584"/>
            <a:ext cx="7086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sales01 und groups sales01 live ausführen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1056132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26664"/>
            <a:ext cx="402336" cy="402336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00837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Rechtefall zeigen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008376"/>
            <a:ext cx="7086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auf /company/sales (erlaubt) vs. /company/accounting (verweigert)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529584"/>
            <a:ext cx="1056132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48456"/>
            <a:ext cx="402336" cy="402336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48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6301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 ausführen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630168"/>
            <a:ext cx="7086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check-services.sh oder check-disk.sh live starten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151376"/>
            <a:ext cx="1056132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270248"/>
            <a:ext cx="402336" cy="402336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70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2519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Backup/Restore zeigen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4251960"/>
            <a:ext cx="7086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löschen, restore-company.sh ausführen, Ergebnis prüfen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10561320" cy="0"/>
          </a:xfrm>
          <a:prstGeom prst="line">
            <a:avLst/>
          </a:prstGeom>
          <a:noFill/>
          <a:ln w="12700">
            <a:solidFill>
              <a:srgbClr val="E1E6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92040"/>
            <a:ext cx="402336" cy="402336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892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487375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 öffnen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4873752"/>
            <a:ext cx="7086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aktuellen daily-admin-report.sh-Bericht anzeigen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 bei einem Fehler: Dienststatus prüfen (systemctl status), passende Logdatei unter /var/log/company-admin/ bzw. journalctl auswerten, Ursache beheben, Nachtest durchführen.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in Zahlen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Belegt durch Tests, Screenshots und Logdateien im Projektordner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8483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Pflichtskripte lauffähig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17420" y="2944368"/>
            <a:ext cx="54864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Shape 6"/>
          <p:cNvSpPr/>
          <p:nvPr/>
        </p:nvSpPr>
        <p:spPr>
          <a:xfrm>
            <a:off x="4416552" y="192024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208483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99432" y="3017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Cronjobs eingerichtet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11012" y="2944368"/>
            <a:ext cx="54864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2" name="Shape 10"/>
          <p:cNvSpPr/>
          <p:nvPr/>
        </p:nvSpPr>
        <p:spPr>
          <a:xfrm>
            <a:off x="8010144" y="192024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0144" y="208483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93024" y="3017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/ 5 Gruppen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04604" y="2944368"/>
            <a:ext cx="54864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8862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079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dokumentierte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17420" y="4910328"/>
            <a:ext cx="54864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6552" y="38862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405079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599432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analysierte Fehlerfälle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11012" y="4910328"/>
            <a:ext cx="54864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10144" y="38862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0144" y="405079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193024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erfolgreiche Restore-Zyklen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04604" y="4910328"/>
            <a:ext cx="54864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Fazit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funktioniert, was wurde gelernt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per SSH (Key-Login) vollständig fernadministrierbar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29992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999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Benutzer/Gruppen datengesteuert &amp; idempotent über CSV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3575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57530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Rechtekonzept unter /company live getestet und bestätigt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41513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1513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Restore mehrfach erfolgreich durchlaufen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47274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7274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Cronjobs und UFW-Firewall aktiv im Dauerbetrieb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41B2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Gelernt &amp; Verbesserungspotenzial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4231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Sorgfalt bei tar-Optionen (-x vs. -c) im Ernstfall entscheidend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30815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0815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statt Klartext-Syslog für moderne Ubuntu-Diagnose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37398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7398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Netzwerkbrücke vs. NAT praktisch verglichen und begründet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43982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43982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Offener Punkt: „last“-Befehl in 2 Skripten nachrüsten oder ersetzen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Remote-Verwaltung eines Ubuntu-Firmenservers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39496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39496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9496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571500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571500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5715000"/>
            <a:ext cx="109728" cy="10972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Live-Demo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4572000" cy="0"/>
          </a:xfrm>
          <a:prstGeom prst="line">
            <a:avLst/>
          </a:prstGeom>
          <a:noFill/>
          <a:ln w="12700">
            <a:solidFill>
              <a:srgbClr val="2C3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server01  ·  Ubuntu 26.04 LTS  ·  Remote-Administration per SSH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Remote-Verwaltung eines Ubuntu-Firmenservers</dc:title>
  <dc:subject>PptxGenJS Presentation</dc:subject>
  <dc:creator>XYZ GmbH – IT-Abteilung</dc:creator>
  <cp:lastModifiedBy>XYZ GmbH – IT-Abteilung</cp:lastModifiedBy>
  <cp:revision>1</cp:revision>
  <dcterms:created xsi:type="dcterms:W3CDTF">2026-09-16T12:37:10Z</dcterms:created>
  <dcterms:modified xsi:type="dcterms:W3CDTF">2026-09-16T12:37:10Z</dcterms:modified>
</cp:coreProperties>
</file>